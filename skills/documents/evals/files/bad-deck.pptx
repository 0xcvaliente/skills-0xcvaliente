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10972800" cy="914400"/>
          </a:xfrm>
          <a:prstGeom prst="rect">
            <a:avLst/>
          </a:prstGeom>
          <a:noFill/>
        </p:spPr>
        <p:txBody>
          <a:bodyPr wrap="none">
            <a:spAutoFit/>
          </a:bodyPr>
          <a:lstStyle/>
          <a:p>
            <a:r>
              <a:rPr sz="2000"/>
              <a:t>Q3 update</a:t>
            </a:r>
          </a:p>
        </p:txBody>
      </p:sp>
      <p:sp>
        <p:nvSpPr>
          <p:cNvPr id="3" name="TextBox 2"/>
          <p:cNvSpPr txBox="1"/>
          <p:nvPr/>
        </p:nvSpPr>
        <p:spPr>
          <a:xfrm>
            <a:off x="274320" y="1280160"/>
            <a:ext cx="5486400" cy="4572000"/>
          </a:xfrm>
          <a:prstGeom prst="rect">
            <a:avLst/>
          </a:prstGeom>
          <a:noFill/>
        </p:spPr>
        <p:txBody>
          <a:bodyPr wrap="square">
            <a:spAutoFit/>
          </a:bodyPr>
          <a:lstStyle/>
          <a:p>
            <a:r>
              <a:rPr sz="900"/>
              <a:t>Revenue grew by twelve percent over the prior quarter because of the new onboarding flow, support tickets rose eighteen percent, hiring is behind plan in two regions, the roadmap slipped by three weeks, churn held flat at two point one percent, and the new pricing page launched in September with mixed results across segments and customer sizes. Revenue grew by twelve percent over the prior quarter because of the new onboarding flow, support tickets rose eighteen percent, hiring is behind plan in two regions, the roadmap slipped by three weeks, churn held flat at two point one percent, and the new pricing page launched in September with mixed results across segments and customer sizes. </a:t>
            </a:r>
          </a:p>
        </p:txBody>
      </p:sp>
      <p:sp>
        <p:nvSpPr>
          <p:cNvPr id="4" name="TextBox 3"/>
          <p:cNvSpPr txBox="1"/>
          <p:nvPr/>
        </p:nvSpPr>
        <p:spPr>
          <a:xfrm>
            <a:off x="2743200" y="1828800"/>
            <a:ext cx="5486400" cy="1828800"/>
          </a:xfrm>
          <a:prstGeom prst="rect">
            <a:avLst/>
          </a:prstGeom>
          <a:noFill/>
        </p:spPr>
        <p:txBody>
          <a:bodyPr wrap="none">
            <a:spAutoFit/>
          </a:bodyPr>
          <a:lstStyle/>
          <a:p>
            <a:r>
              <a:rPr sz="1000">
                <a:solidFill>
                  <a:srgbClr val="AAAAAA"/>
                </a:solidFill>
              </a:rPr>
              <a:t>Overlapping caption in 10 pt</a:t>
            </a:r>
          </a:p>
        </p:txBody>
      </p:sp>
      <p:sp>
        <p:nvSpPr>
          <p:cNvPr id="5" name="TextBox 4"/>
          <p:cNvSpPr txBox="1"/>
          <p:nvPr/>
        </p:nvSpPr>
        <p:spPr>
          <a:xfrm>
            <a:off x="10972800" y="5486400"/>
            <a:ext cx="2743200" cy="914400"/>
          </a:xfrm>
          <a:prstGeom prst="rect">
            <a:avLst/>
          </a:prstGeom>
          <a:noFill/>
        </p:spPr>
        <p:txBody>
          <a:bodyPr wrap="none">
            <a:spAutoFit/>
          </a:bodyPr>
          <a:lstStyle/>
          <a:p>
            <a:r>
              <a:rPr sz="1400"/>
              <a:t>Runs off the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